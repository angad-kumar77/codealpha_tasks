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B0A0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990011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9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recognize, resist, and report phishing attacks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9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Task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a trusted person or organization to trick you into revealing sensitive information, clicking malicious links, or installing malware.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3218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Credentials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5478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Usernames, passwords, banking logins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4041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Malware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370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spyware, keyloggers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4864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Fraud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51937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invoices, wire transfer scams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0" y="17373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E9E4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80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security@yourbnk-support.com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Urgent — Verify your account now!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6060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activity. Click below within 24 hours or your account will be suspended.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39319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9900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0664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Example of a typical phishing email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Attack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click can turn into a full data breach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70632" y="2834640"/>
            <a:ext cx="256032" cy="0"/>
          </a:xfrm>
          <a:prstGeom prst="line">
            <a:avLst/>
          </a:prstGeom>
          <a:noFill/>
          <a:ln w="28575">
            <a:solidFill>
              <a:srgbClr val="99001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96112" y="219456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0764" y="2423160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0764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546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Prepares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56616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 a fake email, website, or message impersonating a trusted 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01184" y="2834640"/>
            <a:ext cx="256032" cy="0"/>
          </a:xfrm>
          <a:prstGeom prst="line">
            <a:avLst/>
          </a:prstGeom>
          <a:noFill/>
          <a:ln w="28575">
            <a:solidFill>
              <a:srgbClr val="99001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26664" y="219456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71316" y="2423160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71316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136392" y="31546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356616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receives the email, SMS, or call — often with urgent language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31736" y="2834640"/>
            <a:ext cx="256032" cy="0"/>
          </a:xfrm>
          <a:prstGeom prst="line">
            <a:avLst/>
          </a:prstGeom>
          <a:noFill/>
          <a:ln w="28575">
            <a:solidFill>
              <a:srgbClr val="99001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7216" y="219456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01868" y="2423160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01868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66944" y="31546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Deceived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66944" y="356616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the link or attachment, believing it's legitimate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62288" y="2834640"/>
            <a:ext cx="256032" cy="0"/>
          </a:xfrm>
          <a:prstGeom prst="line">
            <a:avLst/>
          </a:prstGeom>
          <a:noFill/>
          <a:ln w="28575">
            <a:solidFill>
              <a:srgbClr val="99001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7768" y="219456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32420" y="2423160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3242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97496" y="31546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97496" y="356616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enters credentials or downloads malware without realizing 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418320" y="219456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62972" y="2423160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62972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528048" y="31546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Executed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528048" y="356616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stolen data for fraud, theft, or further attacks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chain at any step — recognizing the email, refusing to click, or verifying before entering data — stops the attack.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Types of Phishing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fake emails impersonating banks, companies, or services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 aimed at a specific person or organization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7373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carried out through SMS text messages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74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scam phone calls impersonating support/banks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886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411480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074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and resent with a malicious link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886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41148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709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5074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senior executives with highly customized attacks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Recognize a Phishing Email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900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 address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looks similar but isn't exact (e.g. amaz0n-support.com)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tone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91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your account will be closed"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900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709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actual name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9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 preview — the visible text and real URL don't match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900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&amp; spelling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291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phrasing, awkward translations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389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9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709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or documents you never requested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a Fake Website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760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 http://paypa1-secure-login.net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01168" cy="2011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58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or altered domain names (paypa1, amaz0n)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201168" cy="2011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254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/ missing padlock icon in the address bar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3924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design, low-quality logos, broken layout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201168" cy="2011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9593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Pop-ups demanding immediate personal information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45152"/>
            <a:ext cx="201168" cy="2011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526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doesn't match the company's official domain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1463040"/>
            <a:ext cx="4754880" cy="4114800"/>
          </a:xfrm>
          <a:prstGeom prst="roundRect">
            <a:avLst>
              <a:gd name="adj" fmla="val 2667"/>
            </a:avLst>
          </a:prstGeom>
          <a:solidFill>
            <a:srgbClr val="2B0A0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7804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enter any details, check: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2350008"/>
            <a:ext cx="292608" cy="292608"/>
          </a:xfrm>
          <a:prstGeom prst="ellipse">
            <a:avLst/>
          </a:prstGeom>
          <a:solidFill>
            <a:srgbClr val="6FE3B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URL exactly correct?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78040" y="2944368"/>
            <a:ext cx="292608" cy="292608"/>
          </a:xfrm>
          <a:prstGeom prst="ellipse">
            <a:avLst/>
          </a:prstGeom>
          <a:solidFill>
            <a:srgbClr val="6FE3B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padlock (HTTPS)?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3538728"/>
            <a:ext cx="292608" cy="292608"/>
          </a:xfrm>
          <a:prstGeom prst="ellipse">
            <a:avLst/>
          </a:prstGeom>
          <a:solidFill>
            <a:srgbClr val="6FE3B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design look official?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78040" y="4133088"/>
            <a:ext cx="292608" cy="292608"/>
          </a:xfrm>
          <a:prstGeom prst="ellipse">
            <a:avLst/>
          </a:prstGeom>
          <a:solidFill>
            <a:srgbClr val="6FE3B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 expecting this page?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78040" y="4727448"/>
            <a:ext cx="292608" cy="292608"/>
          </a:xfrm>
          <a:prstGeom prst="ellipse">
            <a:avLst/>
          </a:prstGeom>
          <a:solidFill>
            <a:srgbClr val="6FE3B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78040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being rushed to act?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emotions and behavior, not just technical flaws.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locked in 1 hour" — pressures quick, unthinking action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4231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boss, bank, or government agency to demand compliance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069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legal action, fines, or loss of access to force a reaction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8862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4069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/ Greed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5720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 a prize" or "unpaid invoice attached" to lure a click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Phishing Incidents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001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916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 (2013–2015)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574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sent fake invoices impersonating a hardware vendor, tricking both companies into wiring over $100 million combined to fraudulent accounts.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9E4E3"/>
          </a:solidFill>
          <a:ln/>
          <a:effectLst>
            <a:outerShdw sx="100000" sy="100000" kx="0" ky="0" algn="bl" rotWithShape="0" blurRad="63500" dist="25400" dir="5400000">
              <a:srgbClr val="99001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246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Bitcoin Scam (2020)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6118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a phone-based social engineering attack (vishing) on employees to gain access to internal tools and hijack high-profile accounts.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001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800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Pictures (2014)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51663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received spoofed Apple ID verification emails that led to credential theft, contributing to a major corporate breach.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276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933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email address, not just the display name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6276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blindly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933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destination first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906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564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limits damage even if passwords leak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926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2461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0906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URLs manually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4564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directly to the official site instead of clicking email links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7091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5537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91947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close security holes attackers exploit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389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47091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5537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91947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organization's "Report Phishing" button or IT team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0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Knowledge Check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during the training session — ask the audience before revealing the answer.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001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An email from "support@paypa1.com" asks you to verify your password urgently. What do you do?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Don't click. Check the real domain, and log in directly via the official site if concerned.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0011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A caller claims to be from IT and asks for your password to "fix an issue." What do you do?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69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Refuse. IT will never ask for your password over the phone. Verify through official channels.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0011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5029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B0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You get a text saying you won a prize and must click a link to claim it. What do you do?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669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Delete/report it. This is a classic smishing tactic (curiosity + urgency).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F3C7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990011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Think Before You Click.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00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9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relies on human trust, not just technology. Staying informed and cautious is the strongest defense any individual or organization can have.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CodeAlpha Cyber Security Internship — Task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2026-09-12T20:33:32Z</dcterms:created>
  <dcterms:modified xsi:type="dcterms:W3CDTF">2026-09-12T20:33:32Z</dcterms:modified>
</cp:coreProperties>
</file>